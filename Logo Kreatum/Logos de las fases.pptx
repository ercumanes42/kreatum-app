
<file path=[Content_Types].xml><?xml version="1.0" encoding="utf-8"?>
<Types xmlns="http://schemas.openxmlformats.org/package/2006/content-types"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7"/>
  </p:notesMasterIdLst>
  <p:sldIdLst>
    <p:sldId id="256" r:id="rId6"/>
  </p:sldIdLst>
  <p:sldSz cx="9753600" cy="73152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notesMasters/notesMaster1.xml" Type="http://schemas.openxmlformats.org/officeDocument/2006/relationships/notesMaster"/><Relationship Id="rId8" Target="theme/theme2.xml" Type="http://schemas.openxmlformats.org/officeDocument/2006/relationships/theme"/><Relationship Id="rId9" Target="notesSlides/notesSlide1.xml" Type="http://schemas.openxmlformats.org/officeDocument/2006/relationships/notes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png" Type="http://schemas.openxmlformats.org/officeDocument/2006/relationships/image"/><Relationship Id="rId4" Target="../media/image2.png" Type="http://schemas.openxmlformats.org/officeDocument/2006/relationships/image"/><Relationship Id="rId5" Target="../media/image3.png" Type="http://schemas.openxmlformats.org/officeDocument/2006/relationships/image"/><Relationship Id="rId6" Target="../media/image4.png" Type="http://schemas.openxmlformats.org/officeDocument/2006/relationships/image"/><Relationship Id="rId7" Target="../media/image5.png" Type="http://schemas.openxmlformats.org/officeDocument/2006/relationships/image"/><Relationship Id="rId8" Target="../media/image6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39404" y="666947"/>
            <a:ext cx="2866298" cy="2866298"/>
          </a:xfrm>
          <a:custGeom>
            <a:avLst/>
            <a:gdLst/>
            <a:ahLst/>
            <a:cxnLst/>
            <a:rect r="r" b="b" t="t" l="l"/>
            <a:pathLst>
              <a:path h="2866298" w="2866298">
                <a:moveTo>
                  <a:pt x="0" y="0"/>
                </a:moveTo>
                <a:lnTo>
                  <a:pt x="2866298" y="0"/>
                </a:lnTo>
                <a:lnTo>
                  <a:pt x="2866298" y="2866298"/>
                </a:lnTo>
                <a:lnTo>
                  <a:pt x="0" y="286629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3472403" y="921619"/>
            <a:ext cx="2361626" cy="2361626"/>
          </a:xfrm>
          <a:custGeom>
            <a:avLst/>
            <a:gdLst/>
            <a:ahLst/>
            <a:cxnLst/>
            <a:rect r="r" b="b" t="t" l="l"/>
            <a:pathLst>
              <a:path h="2361626" w="2361626">
                <a:moveTo>
                  <a:pt x="0" y="0"/>
                </a:moveTo>
                <a:lnTo>
                  <a:pt x="2361626" y="0"/>
                </a:lnTo>
                <a:lnTo>
                  <a:pt x="2361626" y="2361626"/>
                </a:lnTo>
                <a:lnTo>
                  <a:pt x="0" y="236162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6855831" y="731520"/>
            <a:ext cx="2488641" cy="2488641"/>
          </a:xfrm>
          <a:custGeom>
            <a:avLst/>
            <a:gdLst/>
            <a:ahLst/>
            <a:cxnLst/>
            <a:rect r="r" b="b" t="t" l="l"/>
            <a:pathLst>
              <a:path h="2488641" w="2488641">
                <a:moveTo>
                  <a:pt x="0" y="0"/>
                </a:moveTo>
                <a:lnTo>
                  <a:pt x="2488641" y="0"/>
                </a:lnTo>
                <a:lnTo>
                  <a:pt x="2488641" y="2488641"/>
                </a:lnTo>
                <a:lnTo>
                  <a:pt x="0" y="248864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249203" y="4171619"/>
            <a:ext cx="2289719" cy="2289719"/>
          </a:xfrm>
          <a:custGeom>
            <a:avLst/>
            <a:gdLst/>
            <a:ahLst/>
            <a:cxnLst/>
            <a:rect r="r" b="b" t="t" l="l"/>
            <a:pathLst>
              <a:path h="2289719" w="2289719">
                <a:moveTo>
                  <a:pt x="0" y="0"/>
                </a:moveTo>
                <a:lnTo>
                  <a:pt x="2289719" y="0"/>
                </a:lnTo>
                <a:lnTo>
                  <a:pt x="2289719" y="2289719"/>
                </a:lnTo>
                <a:lnTo>
                  <a:pt x="0" y="228971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3573777" y="4115544"/>
            <a:ext cx="2260252" cy="2260252"/>
          </a:xfrm>
          <a:custGeom>
            <a:avLst/>
            <a:gdLst/>
            <a:ahLst/>
            <a:cxnLst/>
            <a:rect r="r" b="b" t="t" l="l"/>
            <a:pathLst>
              <a:path h="2260252" w="2260252">
                <a:moveTo>
                  <a:pt x="0" y="0"/>
                </a:moveTo>
                <a:lnTo>
                  <a:pt x="2260252" y="0"/>
                </a:lnTo>
                <a:lnTo>
                  <a:pt x="2260252" y="2260252"/>
                </a:lnTo>
                <a:lnTo>
                  <a:pt x="0" y="2260252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6580977" y="3951026"/>
            <a:ext cx="2632654" cy="2632654"/>
          </a:xfrm>
          <a:custGeom>
            <a:avLst/>
            <a:gdLst/>
            <a:ahLst/>
            <a:cxnLst/>
            <a:rect r="r" b="b" t="t" l="l"/>
            <a:pathLst>
              <a:path h="2632654" w="2632654">
                <a:moveTo>
                  <a:pt x="0" y="0"/>
                </a:moveTo>
                <a:lnTo>
                  <a:pt x="2632654" y="0"/>
                </a:lnTo>
                <a:lnTo>
                  <a:pt x="2632654" y="2632654"/>
                </a:lnTo>
                <a:lnTo>
                  <a:pt x="0" y="263265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DAHE3B1gg3Q</dc:identifier>
  <dcterms:modified xsi:type="dcterms:W3CDTF">2011-08-01T06:04:30Z</dcterms:modified>
  <cp:revision>1</cp:revision>
  <dc:title>KREATUM - Informe CLIENTE - SODEBURG- 25-02-26 -.pptx</dc:title>
</cp:coreProperties>
</file>