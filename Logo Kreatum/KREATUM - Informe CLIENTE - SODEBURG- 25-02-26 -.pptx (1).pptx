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9753600" cy="7315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520" y="371093"/>
            <a:ext cx="2945760" cy="2833327"/>
          </a:xfrm>
          <a:custGeom>
            <a:avLst/>
            <a:gdLst/>
            <a:ahLst/>
            <a:cxnLst/>
            <a:rect r="r" b="b" t="t" l="l"/>
            <a:pathLst>
              <a:path h="2833327" w="2945760">
                <a:moveTo>
                  <a:pt x="0" y="0"/>
                </a:moveTo>
                <a:lnTo>
                  <a:pt x="2945760" y="0"/>
                </a:lnTo>
                <a:lnTo>
                  <a:pt x="2945760" y="2833327"/>
                </a:lnTo>
                <a:lnTo>
                  <a:pt x="0" y="283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6596" y="371093"/>
            <a:ext cx="3237131" cy="2937104"/>
          </a:xfrm>
          <a:custGeom>
            <a:avLst/>
            <a:gdLst/>
            <a:ahLst/>
            <a:cxnLst/>
            <a:rect r="r" b="b" t="t" l="l"/>
            <a:pathLst>
              <a:path h="2937104" w="3237131">
                <a:moveTo>
                  <a:pt x="0" y="0"/>
                </a:moveTo>
                <a:lnTo>
                  <a:pt x="3237131" y="0"/>
                </a:lnTo>
                <a:lnTo>
                  <a:pt x="3237131" y="2937104"/>
                </a:lnTo>
                <a:lnTo>
                  <a:pt x="0" y="2937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0222" y="3806216"/>
            <a:ext cx="3037058" cy="2948255"/>
          </a:xfrm>
          <a:custGeom>
            <a:avLst/>
            <a:gdLst/>
            <a:ahLst/>
            <a:cxnLst/>
            <a:rect r="r" b="b" t="t" l="l"/>
            <a:pathLst>
              <a:path h="2948255" w="3037058">
                <a:moveTo>
                  <a:pt x="0" y="0"/>
                </a:moveTo>
                <a:lnTo>
                  <a:pt x="3037058" y="0"/>
                </a:lnTo>
                <a:lnTo>
                  <a:pt x="3037058" y="2948255"/>
                </a:lnTo>
                <a:lnTo>
                  <a:pt x="0" y="294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66596" y="3657600"/>
            <a:ext cx="3274270" cy="3084458"/>
          </a:xfrm>
          <a:custGeom>
            <a:avLst/>
            <a:gdLst/>
            <a:ahLst/>
            <a:cxnLst/>
            <a:rect r="r" b="b" t="t" l="l"/>
            <a:pathLst>
              <a:path h="3084458" w="3274270">
                <a:moveTo>
                  <a:pt x="0" y="0"/>
                </a:moveTo>
                <a:lnTo>
                  <a:pt x="3274270" y="0"/>
                </a:lnTo>
                <a:lnTo>
                  <a:pt x="3274270" y="3084458"/>
                </a:lnTo>
                <a:lnTo>
                  <a:pt x="0" y="30844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DAHE3B1gg3Q</dc:identifier>
  <dcterms:modified xsi:type="dcterms:W3CDTF">2011-08-01T06:04:30Z</dcterms:modified>
  <cp:revision>1</cp:revision>
  <dc:title>KREATUM - Informe CLIENTE - SODEBURG- 25-02-26 -.pptx</dc:title>
</cp:coreProperties>
</file>